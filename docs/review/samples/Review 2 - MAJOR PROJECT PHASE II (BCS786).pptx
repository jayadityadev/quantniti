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68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B42EA-9E9E-482E-857C-50E7F5F74F25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2C565-26FC-4AE9-BDDB-165DEF158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4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54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144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76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7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6040-2F92-4E28-B3BD-58926CEBB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9510B-C052-471F-A3F3-E9FD022F7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15A9-A114-46C6-A187-6BBCEB62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8E68-9F8A-4A9F-AF12-BDFDC2004E9F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27855-57EA-4B15-9984-0B57F27E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9C9BC-5BD4-4C7C-A311-AB4217B2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3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0E7C-7216-4376-B385-DB931678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22A7-1393-4BA5-A933-17F8AEB3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FF8AA-2A0D-4BE4-913A-D1A8B9A6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C79B-3A48-4611-892A-9DE79C0A0192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41D70-AB7B-47B3-B420-B79B2C83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FC80F-4A35-4562-A2F8-3D2AA372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3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F29A-3C0F-4A4D-92D2-CFF499B8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7EB75-107C-4A85-826C-74C80C255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B0DD-9D87-4E65-918F-06D006A4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E5FC4-D370-464B-A06E-457ECAD69E84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F6D14-E4B8-406D-B8EF-E1A51CB2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7E01-4639-4478-A176-0576DBC8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4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EE2A-4B31-4299-91EB-40709CE8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E92E-191C-4427-9BEB-530D4F70C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7735D-3608-49FD-ACC7-2D489B9A1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009F2-283B-4A2B-B3EE-9A252B56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7878-20FE-4C2E-8C78-A855FE095A7E}" type="datetime1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DE50D-EFE9-40B0-9395-DE4CBF53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928B2-E0B7-4467-B7DB-7F848CD4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756C-339A-4367-8B26-982E8C36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3968-F16F-4DA0-B61C-882828435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ECA0-37FE-4F17-AA2E-C99A32B0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E2D60-5E3C-444D-85FB-9382ACA05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20DAD-4985-4E0B-AF64-7EA2662ED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1D354-F4CC-4695-BD68-654C81B1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3058-E3BB-4823-8762-5C6F89557C29}" type="datetime1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8451A-8809-4C03-903A-E7EAE35C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DFC9F4-CB4A-40CB-BFAA-931474EB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5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7BC0-99D2-4BA9-819C-441347B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8B129-F293-4F47-9043-6FF00D26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A5CFC-F4D1-42C5-A7C7-5B6E805C1581}" type="datetime1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4F72A-5779-43A4-B96B-89FF47B2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72D66-666F-4D0B-B731-97E04CD3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BAAF9-65F3-4683-82FE-9DB38227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0CF8-97C1-4599-A83F-07F9F35396C7}" type="datetime1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8E1D4-705D-4DA8-8479-0FEEE324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5F62-ACB3-4ED6-9666-F8C2D33A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1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8633-BDFF-44E9-BA19-B07E6230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B19D1-056B-4C44-ABEC-218CBB76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90BEB-9B5D-4863-80B4-7F421CD53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8E5E8-D840-412D-97C1-CFC6BE64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94A-0A29-4E48-A241-F8D60086EA3C}" type="datetime1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671BC-A4B8-456B-B93B-C68E5196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4C19D-0A70-4C8B-A873-E5B5C3B6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83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5028-807E-4484-94A7-9E5604D8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DB926-3C30-4B65-8D30-FE4627B36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36963-48EC-45C6-AEC9-0ADCD038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468A5-A168-4CCF-A0B3-011DA783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C2AF-DE68-443B-B99D-8E826F1EAFAF}" type="datetime1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C3B7C-F84E-41B8-9F25-9115512F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1FCF0-DD0A-4AFC-8B1F-88B7B85B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19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DF96-4C31-4415-A9C8-98043400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CA3F9-7214-4C74-B612-979465F23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77ED4-6CDF-4E32-B617-CD2B7CB4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CB67-86B3-4C99-8FF8-3F5131B629A5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B8C3C-F7FA-435F-8D19-C959906B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A63C-DAEF-4020-9746-895AF960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37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A6405-20B0-4ACD-AA72-A324D32A3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78A3E-9557-44BA-872F-75D0EDBF8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931E-44AF-4214-9626-CD07835B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0259-A48A-4813-9F2B-3CAD864A3794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9D04-FF45-4DE5-B291-6E2BF05F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6822-E7B3-4028-9EEA-28F85FE6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23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4E711-2B5E-45F4-8A36-6C7E723B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821C4-2D13-492C-ACD4-143BA32F9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9368D-DA6D-4E3E-B64E-A50C390FB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AA276-F727-4F7E-B9E2-A14FEA8FDA45}" type="datetime1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16A77-474B-409D-ADBA-5F6024082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B593-3BAC-4EDE-A910-C9906DB4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0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41D3464-6C8C-4524-A0D4-E3B739681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8080" y="4874211"/>
            <a:ext cx="4412719" cy="1655762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Guided By: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(Dr./Prof.)Guide Name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Guide Designation</a:t>
            </a:r>
            <a:endParaRPr lang="en-IN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93964" y="136524"/>
            <a:ext cx="11877963" cy="6584951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79" y="328027"/>
            <a:ext cx="1157273" cy="132499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27CA1D6-E331-4837-A4D1-D4D39075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51E69-D750-4B06-9064-0602566C3DCF}"/>
              </a:ext>
            </a:extLst>
          </p:cNvPr>
          <p:cNvSpPr txBox="1"/>
          <p:nvPr/>
        </p:nvSpPr>
        <p:spPr>
          <a:xfrm>
            <a:off x="1521896" y="2279167"/>
            <a:ext cx="96496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Department of Computer Science and Engineering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MAJOR PROJECT PHASE II (BCS786) – Review 2</a:t>
            </a:r>
          </a:p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Project Title 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7B0C3EDD-C2AE-4B86-AF80-80BA847639F4}"/>
              </a:ext>
            </a:extLst>
          </p:cNvPr>
          <p:cNvSpPr txBox="1">
            <a:spLocks/>
          </p:cNvSpPr>
          <p:nvPr/>
        </p:nvSpPr>
        <p:spPr>
          <a:xfrm>
            <a:off x="576907" y="4788634"/>
            <a:ext cx="368942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Student 1 USN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Student 2 USN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Student 3 USN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Student 4 USN 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34AB7-519A-41FC-B09C-FDD726D76C1D}"/>
              </a:ext>
            </a:extLst>
          </p:cNvPr>
          <p:cNvSpPr txBox="1"/>
          <p:nvPr/>
        </p:nvSpPr>
        <p:spPr>
          <a:xfrm>
            <a:off x="2247831" y="4149453"/>
            <a:ext cx="677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      		                   	 Batch No.:  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093CA3-CA0E-450C-BA27-FE81BB85224F}"/>
              </a:ext>
            </a:extLst>
          </p:cNvPr>
          <p:cNvSpPr/>
          <p:nvPr/>
        </p:nvSpPr>
        <p:spPr>
          <a:xfrm>
            <a:off x="1521896" y="312340"/>
            <a:ext cx="100141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KAMMAVARI SANGHAM(R) - 1952</a:t>
            </a:r>
            <a:endParaRPr lang="en-IN" dirty="0">
              <a:solidFill>
                <a:srgbClr val="FF0000"/>
              </a:solidFill>
            </a:endParaRPr>
          </a:p>
          <a:p>
            <a:pPr algn="ctr"/>
            <a:r>
              <a:rPr lang="en-IN" sz="4400" b="1" cap="all" dirty="0">
                <a:solidFill>
                  <a:schemeClr val="accent1">
                    <a:lumMod val="75000"/>
                  </a:schemeClr>
                </a:solidFill>
              </a:rPr>
              <a:t>K. S. Institute of Technology</a:t>
            </a:r>
            <a:endParaRPr lang="en-IN" sz="4400" cap="all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rgbClr val="0070C0"/>
                </a:solidFill>
              </a:rPr>
              <a:t>An Autonomous Institution under VTU</a:t>
            </a:r>
            <a:r>
              <a:rPr lang="en-IN" dirty="0">
                <a:solidFill>
                  <a:srgbClr val="0070C0"/>
                </a:solidFill>
              </a:rPr>
              <a:t>, Belagavi &amp; Approved by AICTE, New Delhi.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Accredited by NBA (CSE &amp; ECE) &amp; NAAC with </a:t>
            </a:r>
            <a:r>
              <a:rPr lang="en-IN" b="1" dirty="0">
                <a:solidFill>
                  <a:srgbClr val="0070C0"/>
                </a:solidFill>
              </a:rPr>
              <a:t>A⁺ Grade</a:t>
            </a:r>
            <a:endParaRPr lang="en-IN" dirty="0">
              <a:solidFill>
                <a:srgbClr val="0070C0"/>
              </a:solidFill>
            </a:endParaRPr>
          </a:p>
          <a:p>
            <a:pPr algn="ctr"/>
            <a:r>
              <a:rPr lang="en-IN" dirty="0">
                <a:solidFill>
                  <a:srgbClr val="0070C0"/>
                </a:solidFill>
              </a:rPr>
              <a:t>#14, Raghuvanahalli, Kanakapura Road, Bengaluru - 560 109</a:t>
            </a:r>
            <a:endParaRPr lang="en-IN" dirty="0">
              <a:solidFill>
                <a:srgbClr val="0070C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2655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2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370" y="548641"/>
            <a:ext cx="9449116" cy="5930658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Interfacing of Models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Experimentation and Testing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Preliminary Results and Analysis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Demonstration Snapshots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27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algn="ctr"/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3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253330"/>
            <a:ext cx="11260242" cy="5103019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endParaRPr lang="en-US" sz="32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4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10431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endParaRPr lang="en-US" sz="32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5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534574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endParaRPr lang="en-US" sz="32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6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50617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endParaRPr lang="en-US" sz="32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7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891258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8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84" y="1181496"/>
            <a:ext cx="11629016" cy="5103019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Journal Papers: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Format: [1] Author Names, Title, Conference/Journal Name, Volume, Page No., Year.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Ex: [1] Mahesh H.S, Dinesh K,</a:t>
            </a: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”Detection of Phishing Web sites using Machine Learning Techniques”, in Journal of Emerging Technologies and Innovative Research, ISSN: 2349-5162, Vol-7, Issue-6, June 2020.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Conference Paper: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Format: [2] </a:t>
            </a: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Author Names, Title, Conference Name, Conference place, Date &amp; Year.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Ex: [2] Andrew, Monica, “Efficient Two-Layer Image Protection with Wavelet Transform Compression”, 2nd International Conference on Innovative Data Communication Technologies and Application (ICIDCA 2020) in R.V.S College of Engineering &amp; Technology, Coimbatore, Tamil Nadu, from September 3rd and 4th 2020.</a:t>
            </a:r>
            <a:endParaRPr lang="en-IN" sz="14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Book: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Format: [3] Book Title, Author, Publisher, Year of Publication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Ex: [3] “OpenCV with Python By Example”, Prateek Joshi, Tata McGraw, published: 2015 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Website:</a:t>
            </a: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[4] Website Link, Accessed on date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14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4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909</Words>
  <Application>Microsoft Office PowerPoint</Application>
  <PresentationFormat>Widescreen</PresentationFormat>
  <Paragraphs>89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Bookman Old Style</vt:lpstr>
      <vt:lpstr>Calibri</vt:lpstr>
      <vt:lpstr>Calibri Light</vt:lpstr>
      <vt:lpstr>Symbol</vt:lpstr>
      <vt:lpstr>Times New Roman</vt:lpstr>
      <vt:lpstr>Office Theme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Raghavendrachar S</cp:lastModifiedBy>
  <cp:revision>10</cp:revision>
  <dcterms:modified xsi:type="dcterms:W3CDTF">2026-09-10T04:47:44Z</dcterms:modified>
</cp:coreProperties>
</file>